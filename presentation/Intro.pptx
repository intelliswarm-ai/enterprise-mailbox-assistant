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notesSlides/notesSlide2.xml" ContentType="application/vnd.openxmlformats-officedocument.presentationml.notesSlide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3.xml" ContentType="application/vnd.openxmlformats-officedocument.presentationml.notesSlide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7" r:id="rId1"/>
  </p:sldMasterIdLst>
  <p:notesMasterIdLst>
    <p:notesMasterId r:id="rId7"/>
  </p:notesMasterIdLst>
  <p:handoutMasterIdLst>
    <p:handoutMasterId r:id="rId8"/>
  </p:handoutMasterIdLst>
  <p:sldIdLst>
    <p:sldId id="289" r:id="rId2"/>
    <p:sldId id="299" r:id="rId3"/>
    <p:sldId id="300" r:id="rId4"/>
    <p:sldId id="301" r:id="rId5"/>
    <p:sldId id="302" r:id="rId6"/>
  </p:sldIdLst>
  <p:sldSz cx="10691813" cy="7559675"/>
  <p:notesSz cx="6811963" cy="9942513"/>
  <p:custDataLst>
    <p:tags r:id="rId9"/>
  </p:custDataLst>
  <p:defaultTextStyle>
    <a:defPPr>
      <a:defRPr lang="en-US"/>
    </a:defPPr>
    <a:lvl1pPr marL="0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1pPr>
    <a:lvl2pPr marL="496686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2pPr>
    <a:lvl3pPr marL="993373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3pPr>
    <a:lvl4pPr marL="1490060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4pPr>
    <a:lvl5pPr marL="1986748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5pPr>
    <a:lvl6pPr marL="2483434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6pPr>
    <a:lvl7pPr marL="2980121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7pPr>
    <a:lvl8pPr marL="3476808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8pPr>
    <a:lvl9pPr marL="3973494" algn="l" defTabSz="993373" rtl="0" eaLnBrk="1" latinLnBrk="0" hangingPunct="1">
      <a:defRPr sz="199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32">
          <p15:clr>
            <a:srgbClr val="A4A3A4"/>
          </p15:clr>
        </p15:guide>
        <p15:guide id="2" pos="214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3E3E"/>
    <a:srgbClr val="7A7A7A"/>
    <a:srgbClr val="B3B3B3"/>
    <a:srgbClr val="A04044"/>
    <a:srgbClr val="A52828"/>
    <a:srgbClr val="171717"/>
    <a:srgbClr val="B9B9B9"/>
    <a:srgbClr val="1E1E1E"/>
    <a:srgbClr val="CCB58A"/>
    <a:srgbClr val="CCB5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83" autoAdjust="0"/>
  </p:normalViewPr>
  <p:slideViewPr>
    <p:cSldViewPr>
      <p:cViewPr varScale="1">
        <p:scale>
          <a:sx n="96" d="100"/>
          <a:sy n="96" d="100"/>
        </p:scale>
        <p:origin x="1560" y="9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-2766" y="1170"/>
      </p:cViewPr>
      <p:guideLst>
        <p:guide orient="horz" pos="3132"/>
        <p:guide pos="214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>
              <a:latin typeface="Lardy Sans" panose="020B0504050000000003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8536" y="0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86D25B-AC3C-4626-921A-171EFAD4A287}" type="datetimeFigureOut">
              <a:rPr lang="en-GB" smtClean="0">
                <a:latin typeface="Lardy Sans" panose="020B0504050000000003" pitchFamily="34" charset="0"/>
              </a:rPr>
              <a:t>17/12/2025</a:t>
            </a:fld>
            <a:endParaRPr lang="en-GB" dirty="0">
              <a:latin typeface="Lardy Sans" panose="020B0504050000000003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>
              <a:latin typeface="Lardy Sans" panose="020B0504050000000003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8536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FDD56-CA68-480D-98FA-286CBB53A9A6}" type="slidenum">
              <a:rPr lang="en-GB" smtClean="0">
                <a:latin typeface="Lardy Sans" panose="020B0504050000000003" pitchFamily="34" charset="0"/>
              </a:rPr>
              <a:t>‹#›</a:t>
            </a:fld>
            <a:endParaRPr lang="en-GB" dirty="0">
              <a:latin typeface="Lardy Sans" panose="020B05040500000000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2392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27000" y="195263"/>
            <a:ext cx="7048500" cy="4983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8792" y="5438537"/>
            <a:ext cx="6436500" cy="3878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Lardy Sans" panose="020B0504050000000003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8536" y="9443662"/>
            <a:ext cx="2951851" cy="4971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Lardy Sans" panose="020B0504050000000003" pitchFamily="34" charset="0"/>
              </a:defRPr>
            </a:lvl1pPr>
          </a:lstStyle>
          <a:p>
            <a:fld id="{38DA38A4-7284-462C-9AD4-E5E3CAF2BC92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8405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3373" rtl="0" eaLnBrk="1" latinLnBrk="0" hangingPunct="1">
      <a:defRPr sz="1299" kern="1200">
        <a:solidFill>
          <a:schemeClr val="tx1"/>
        </a:solidFill>
        <a:latin typeface="Lardy Sans" panose="020B0504050000000003" pitchFamily="34" charset="0"/>
        <a:ea typeface="+mn-ea"/>
        <a:cs typeface="+mn-cs"/>
      </a:defRPr>
    </a:lvl1pPr>
    <a:lvl2pPr marL="496686" algn="l" defTabSz="993373" rtl="0" eaLnBrk="1" latinLnBrk="0" hangingPunct="1">
      <a:defRPr sz="1299" kern="1200">
        <a:solidFill>
          <a:schemeClr val="tx1"/>
        </a:solidFill>
        <a:latin typeface="Lardy Sans" panose="020B0504050000000003" pitchFamily="34" charset="0"/>
        <a:ea typeface="+mn-ea"/>
        <a:cs typeface="+mn-cs"/>
      </a:defRPr>
    </a:lvl2pPr>
    <a:lvl3pPr marL="993373" algn="l" defTabSz="993373" rtl="0" eaLnBrk="1" latinLnBrk="0" hangingPunct="1">
      <a:defRPr sz="1299" kern="1200">
        <a:solidFill>
          <a:schemeClr val="tx1"/>
        </a:solidFill>
        <a:latin typeface="Lardy Sans" panose="020B0504050000000003" pitchFamily="34" charset="0"/>
        <a:ea typeface="+mn-ea"/>
        <a:cs typeface="+mn-cs"/>
      </a:defRPr>
    </a:lvl3pPr>
    <a:lvl4pPr marL="1490060" algn="l" defTabSz="993373" rtl="0" eaLnBrk="1" latinLnBrk="0" hangingPunct="1">
      <a:defRPr sz="1299" kern="1200">
        <a:solidFill>
          <a:schemeClr val="tx1"/>
        </a:solidFill>
        <a:latin typeface="Lardy Sans" panose="020B0504050000000003" pitchFamily="34" charset="0"/>
        <a:ea typeface="+mn-ea"/>
        <a:cs typeface="+mn-cs"/>
      </a:defRPr>
    </a:lvl4pPr>
    <a:lvl5pPr marL="1986748" algn="l" defTabSz="993373" rtl="0" eaLnBrk="1" latinLnBrk="0" hangingPunct="1">
      <a:defRPr sz="1299" kern="1200">
        <a:solidFill>
          <a:schemeClr val="tx1"/>
        </a:solidFill>
        <a:latin typeface="Lardy Sans" panose="020B0504050000000003" pitchFamily="34" charset="0"/>
        <a:ea typeface="+mn-ea"/>
        <a:cs typeface="+mn-cs"/>
      </a:defRPr>
    </a:lvl5pPr>
    <a:lvl6pPr marL="2483434" algn="l" defTabSz="993373" rtl="0" eaLnBrk="1" latinLnBrk="0" hangingPunct="1">
      <a:defRPr sz="1299" kern="1200">
        <a:solidFill>
          <a:schemeClr val="tx1"/>
        </a:solidFill>
        <a:latin typeface="+mn-lt"/>
        <a:ea typeface="+mn-ea"/>
        <a:cs typeface="+mn-cs"/>
      </a:defRPr>
    </a:lvl6pPr>
    <a:lvl7pPr marL="2980121" algn="l" defTabSz="993373" rtl="0" eaLnBrk="1" latinLnBrk="0" hangingPunct="1">
      <a:defRPr sz="1299" kern="1200">
        <a:solidFill>
          <a:schemeClr val="tx1"/>
        </a:solidFill>
        <a:latin typeface="+mn-lt"/>
        <a:ea typeface="+mn-ea"/>
        <a:cs typeface="+mn-cs"/>
      </a:defRPr>
    </a:lvl7pPr>
    <a:lvl8pPr marL="3476808" algn="l" defTabSz="993373" rtl="0" eaLnBrk="1" latinLnBrk="0" hangingPunct="1">
      <a:defRPr sz="1299" kern="1200">
        <a:solidFill>
          <a:schemeClr val="tx1"/>
        </a:solidFill>
        <a:latin typeface="+mn-lt"/>
        <a:ea typeface="+mn-ea"/>
        <a:cs typeface="+mn-cs"/>
      </a:defRPr>
    </a:lvl8pPr>
    <a:lvl9pPr marL="3973494" algn="l" defTabSz="993373" rtl="0" eaLnBrk="1" latinLnBrk="0" hangingPunct="1">
      <a:defRPr sz="129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7000" y="195263"/>
            <a:ext cx="7048500" cy="49831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A38A4-7284-462C-9AD4-E5E3CAF2BC92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65179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27000" y="195263"/>
            <a:ext cx="7048500" cy="49831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A38A4-7284-462C-9AD4-E5E3CAF2BC92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2531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DF9B9-B27F-3C9A-FDB8-D0B1F3456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FD4B0E-DAC6-1F7F-130F-A541CD75FF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7000" y="195263"/>
            <a:ext cx="7048500" cy="49831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9564D-DCF8-2783-1AD1-321E147F5A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D0759-1555-B5BC-50D3-7AE2D16E2C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A38A4-7284-462C-9AD4-E5E3CAF2BC92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53946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D9AB5-866B-7F1F-A935-CF9BD30D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8390C2-F1E6-6B5C-9105-961E030E0E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27000" y="195263"/>
            <a:ext cx="7048500" cy="4983162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3A6C8B-99AB-C008-022F-4DBBBED48C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8FE97B-9FCA-E80D-6991-12566B6D7C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DA38A4-7284-462C-9AD4-E5E3CAF2BC92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687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tags" Target="../tags/tag7.xml"/><Relationship Id="rId7" Type="http://schemas.openxmlformats.org/officeDocument/2006/relationships/image" Target="../media/image2.emf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4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7" Type="http://schemas.openxmlformats.org/officeDocument/2006/relationships/image" Target="../media/image4.pn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7.xml"/><Relationship Id="rId7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5.bin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7" Type="http://schemas.openxmlformats.org/officeDocument/2006/relationships/image" Target="../media/image4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6.bin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4.png"/><Relationship Id="rId5" Type="http://schemas.openxmlformats.org/officeDocument/2006/relationships/image" Target="../media/image2.emf"/><Relationship Id="rId4" Type="http://schemas.openxmlformats.org/officeDocument/2006/relationships/oleObject" Target="../embeddings/oleObject7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image" Target="../media/image4.png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8.bin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7" Type="http://schemas.openxmlformats.org/officeDocument/2006/relationships/image" Target="../media/image4.png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9.bin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7" Type="http://schemas.openxmlformats.org/officeDocument/2006/relationships/image" Target="../media/image4.png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0.bin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7" Type="http://schemas.openxmlformats.org/officeDocument/2006/relationships/image" Target="../media/image4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37.xml"/><Relationship Id="rId7" Type="http://schemas.openxmlformats.org/officeDocument/2006/relationships/image" Target="../media/image4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2.bin"/><Relationship Id="rId4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7" Type="http://schemas.openxmlformats.org/officeDocument/2006/relationships/image" Target="../media/image4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1.bin"/><Relationship Id="rId4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7" Type="http://schemas.openxmlformats.org/officeDocument/2006/relationships/image" Target="../media/image4.png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3.bin"/><Relationship Id="rId4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image" Target="../media/image4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4.bin"/><Relationship Id="rId4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49.xml"/><Relationship Id="rId7" Type="http://schemas.openxmlformats.org/officeDocument/2006/relationships/image" Target="../media/image4.png"/><Relationship Id="rId2" Type="http://schemas.openxmlformats.org/officeDocument/2006/relationships/tags" Target="../tags/tag48.xml"/><Relationship Id="rId1" Type="http://schemas.openxmlformats.org/officeDocument/2006/relationships/tags" Target="../tags/tag47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5.bin"/><Relationship Id="rId4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7" Type="http://schemas.openxmlformats.org/officeDocument/2006/relationships/image" Target="../media/image4.png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image" Target="../media/image2.emf"/><Relationship Id="rId5" Type="http://schemas.openxmlformats.org/officeDocument/2006/relationships/oleObject" Target="../embeddings/oleObject16.bin"/><Relationship Id="rId4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3.xml"/><Relationship Id="rId4" Type="http://schemas.openxmlformats.org/officeDocument/2006/relationships/image" Target="../media/image2.emf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ags" Target="../tags/tag56.xml"/><Relationship Id="rId7" Type="http://schemas.openxmlformats.org/officeDocument/2006/relationships/image" Target="../media/image2.emf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oleObject" Target="../embeddings/oleObject2.bin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E601D98-E2BE-4F74-9AA2-52EDEB27BD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019692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E601D98-E2BE-4F74-9AA2-52EDEB27BD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06A2F2-A477-4628-861F-25F3EEA09536}"/>
              </a:ext>
            </a:extLst>
          </p:cNvPr>
          <p:cNvCxnSpPr>
            <a:cxnSpLocks/>
          </p:cNvCxnSpPr>
          <p:nvPr userDrawn="1"/>
        </p:nvCxnSpPr>
        <p:spPr>
          <a:xfrm>
            <a:off x="5345907" y="2437200"/>
            <a:ext cx="0" cy="3240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2341B0-F384-4DAE-ABC9-438A1D779D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0000" y="4444431"/>
            <a:ext cx="4536000" cy="2964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defRPr sz="1300" b="0" spc="-20" baseline="0">
                <a:solidFill>
                  <a:srgbClr val="3E3E3E"/>
                </a:solidFill>
                <a:latin typeface="+mn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Presenter name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C7931C1-6125-4431-AB00-941F442336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90000" y="4806000"/>
            <a:ext cx="4536000" cy="1375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Aft>
                <a:spcPts val="0"/>
              </a:spcAft>
              <a:defRPr sz="700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Presenter title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4955093-D395-4913-83F6-E7706E6C50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0000" y="5344022"/>
            <a:ext cx="4536000" cy="1375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defRPr sz="700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Date, location</a:t>
            </a:r>
          </a:p>
        </p:txBody>
      </p:sp>
      <p:pic>
        <p:nvPicPr>
          <p:cNvPr id="5" name="Picture 4" descr="A picture containing icon&#10;&#10;Description automatically generated">
            <a:extLst>
              <a:ext uri="{FF2B5EF4-FFF2-40B4-BE49-F238E27FC236}">
                <a16:creationId xmlns:a16="http://schemas.microsoft.com/office/drawing/2014/main" id="{57F9BE56-B5EB-43CF-9295-04651233BDF9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600" y="460800"/>
            <a:ext cx="1594800" cy="3581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F63B10C-1D50-02B8-FAEE-E69187EC8E9D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90000" y="3168000"/>
            <a:ext cx="4536000" cy="1177200"/>
          </a:xfrm>
        </p:spPr>
        <p:txBody>
          <a:bodyPr tIns="43200" anchor="ctr" anchorCtr="0">
            <a:noAutofit/>
          </a:bodyPr>
          <a:lstStyle>
            <a:lvl1pPr>
              <a:lnSpc>
                <a:spcPts val="3000"/>
              </a:lnSpc>
              <a:defRPr sz="2800" baseline="0">
                <a:solidFill>
                  <a:srgbClr val="A04044"/>
                </a:solidFill>
              </a:defRPr>
            </a:lvl1pPr>
          </a:lstStyle>
          <a:p>
            <a:r>
              <a:rPr lang="en-US"/>
              <a:t> 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3295408-66E0-2036-09F8-20F794EA79B6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5490000" y="2541600"/>
            <a:ext cx="4536000" cy="1375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D31D8A-4B7F-5C06-0275-824E798A0290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4"/>
            </p:custDataLst>
          </p:nvPr>
        </p:nvSpPr>
        <p:spPr>
          <a:xfrm>
            <a:off x="673200" y="7020000"/>
            <a:ext cx="3600000" cy="144000"/>
          </a:xfrm>
        </p:spPr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746473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46B218-CF11-4E79-923E-8B06B6B2AD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1717841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46B218-CF11-4E79-923E-8B06B6B2A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06A2F2-A477-4628-861F-25F3EEA09536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E3F2689-A51C-4ACB-BA09-E5DC907208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1950" y="698427"/>
            <a:ext cx="4504031" cy="142860"/>
          </a:xfrm>
        </p:spPr>
        <p:txBody>
          <a:bodyPr anchor="b" anchorCtr="0">
            <a:noAutofit/>
          </a:bodyPr>
          <a:lstStyle>
            <a:lvl1pPr marL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CH" sz="70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lvl="0"/>
            <a:r>
              <a:rPr lang="en-GB" noProof="0" dirty="0"/>
              <a:t>Click to ADD SECTION 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F402FF-C5AB-3980-A406-9FB2AD645686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EBE1F3-FAB3-B65F-9208-6AB1483DCB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863044-5CFE-112F-4BB4-6668C9886A14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44EAB36-D7BF-78DB-D57E-D4D253E2CB1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635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3A922B6E-28A2-403D-AC5C-1890DDC1761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7047840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3A922B6E-28A2-403D-AC5C-1890DDC17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06A2F2-A477-4628-861F-25F3EEA09536}"/>
              </a:ext>
            </a:extLst>
          </p:cNvPr>
          <p:cNvCxnSpPr>
            <a:cxnSpLocks/>
          </p:cNvCxnSpPr>
          <p:nvPr userDrawn="1"/>
        </p:nvCxnSpPr>
        <p:spPr>
          <a:xfrm>
            <a:off x="5345907" y="2437200"/>
            <a:ext cx="0" cy="3240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DCB21EF6-42FC-4CBD-A57F-1BE66581870C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73500" y="2437200"/>
            <a:ext cx="4536000" cy="3240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81964A1B-4CEA-430E-A6D3-C54AE0C8B9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0000" y="4896000"/>
            <a:ext cx="3852000" cy="180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300" b="0" baseline="0">
                <a:solidFill>
                  <a:srgbClr val="3E3E3E"/>
                </a:solidFill>
                <a:latin typeface="+mj-lt"/>
                <a:ea typeface="Lardy Sans" panose="020B0504050000000003" pitchFamily="34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Chapter description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F65CC50-11FD-4C7A-836C-5314958D05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90000" y="2556000"/>
            <a:ext cx="841875" cy="544798"/>
          </a:xfrm>
        </p:spPr>
        <p:txBody>
          <a:bodyPr tIns="0" anchor="b" anchorCtr="0">
            <a:noAutofit/>
          </a:bodyPr>
          <a:lstStyle>
            <a:lvl1pPr marL="0" indent="0" algn="l" rtl="0">
              <a:buNone/>
              <a:defRPr lang="en-GB" sz="2800" b="0" kern="1200" cap="none" spc="-20" baseline="0" dirty="0">
                <a:solidFill>
                  <a:srgbClr val="A04044"/>
                </a:solidFill>
                <a:latin typeface="+mn-lt"/>
                <a:ea typeface="+mj-ea"/>
                <a:cs typeface="+mj-cs"/>
              </a:defRPr>
            </a:lvl1pPr>
            <a:lvl2pPr marL="580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61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42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23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85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66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47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#.</a:t>
            </a:r>
          </a:p>
        </p:txBody>
      </p:sp>
      <p:sp>
        <p:nvSpPr>
          <p:cNvPr id="14" name="Title 2">
            <a:extLst>
              <a:ext uri="{FF2B5EF4-FFF2-40B4-BE49-F238E27FC236}">
                <a16:creationId xmlns:a16="http://schemas.microsoft.com/office/drawing/2014/main" id="{54974C85-FBFC-40BD-9F2E-3780E15F8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0000" y="3195831"/>
            <a:ext cx="4536000" cy="1587333"/>
          </a:xfrm>
        </p:spPr>
        <p:txBody>
          <a:bodyPr vert="horz" anchor="ctr" anchorCtr="0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 baseline="0">
                <a:solidFill>
                  <a:srgbClr val="A04044"/>
                </a:solidFill>
              </a:defRPr>
            </a:lvl1pPr>
          </a:lstStyle>
          <a:p>
            <a:r>
              <a:rPr lang="en-GB" noProof="0" dirty="0"/>
              <a:t>Chapter</a:t>
            </a:r>
            <a:r>
              <a:rPr lang="en-GB" dirty="0"/>
              <a:t>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AD86DA-3BF4-AF8C-4576-CA5B52EF2F78}"/>
              </a:ext>
            </a:extLst>
          </p:cNvPr>
          <p:cNvSpPr>
            <a:spLocks noGrp="1"/>
          </p:cNvSpPr>
          <p:nvPr>
            <p:ph type="ftr" sz="quarter" idx="19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5EAB-2431-12FC-9AD7-C613573B27B7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741B02FB-8C53-9971-F15B-291A8A0F77FF}"/>
              </a:ext>
            </a:extLst>
          </p:cNvPr>
          <p:cNvSpPr>
            <a:spLocks noGrp="1"/>
          </p:cNvSpPr>
          <p:nvPr>
            <p:ph type="body" sz="quarter" idx="21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11570AAB-D5C2-8835-7CB9-EE013BA5DB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733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C604C891-D329-48F2-AF8A-F4715CD495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1876800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C604C891-D329-48F2-AF8A-F4715CD495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06A2F2-A477-4628-861F-25F3EEA09536}"/>
              </a:ext>
            </a:extLst>
          </p:cNvPr>
          <p:cNvCxnSpPr>
            <a:cxnSpLocks/>
          </p:cNvCxnSpPr>
          <p:nvPr userDrawn="1"/>
        </p:nvCxnSpPr>
        <p:spPr>
          <a:xfrm>
            <a:off x="5345907" y="2437200"/>
            <a:ext cx="0" cy="3240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CA2C2791-FF32-44CA-BCA0-030C3C50E86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0000" y="4896000"/>
            <a:ext cx="3852000" cy="180000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rtl="0">
              <a:spcBef>
                <a:spcPts val="0"/>
              </a:spcBef>
              <a:spcAft>
                <a:spcPts val="600"/>
              </a:spcAft>
              <a:defRPr sz="1300" b="0" baseline="0">
                <a:solidFill>
                  <a:srgbClr val="7A7A7A"/>
                </a:solidFill>
                <a:latin typeface="+mj-lt"/>
                <a:ea typeface="Lardy Sans" panose="020B0504050000000003" pitchFamily="34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Subchapter description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B50C704-DE51-4B2C-964D-2EDC3E7C9D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0000" y="3195831"/>
            <a:ext cx="4536000" cy="1587333"/>
          </a:xfrm>
        </p:spPr>
        <p:txBody>
          <a:bodyPr vert="horz" tIns="0" anchor="ctr" anchorCtr="0">
            <a:noAutofit/>
          </a:bodyPr>
          <a:lstStyle>
            <a:lvl1pPr marL="0" marR="0" indent="0" algn="l" defTabSz="11619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cap="none" spc="-20" baseline="0">
                <a:solidFill>
                  <a:srgbClr val="7A7A7A"/>
                </a:solidFill>
                <a:latin typeface="+mn-lt"/>
              </a:defRPr>
            </a:lvl1pPr>
          </a:lstStyle>
          <a:p>
            <a:r>
              <a:rPr lang="en-GB" noProof="0" dirty="0"/>
              <a:t>Subchapter</a:t>
            </a:r>
            <a:r>
              <a:rPr lang="en-GB" dirty="0"/>
              <a:t> title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CB45E370-CF0F-4803-AF0A-247B5D2D5B7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90000" y="2534400"/>
            <a:ext cx="841875" cy="564447"/>
          </a:xfrm>
        </p:spPr>
        <p:txBody>
          <a:bodyPr tIns="0" anchor="b" anchorCtr="0">
            <a:noAutofit/>
          </a:bodyPr>
          <a:lstStyle>
            <a:lvl1pPr marL="0" indent="0" algn="l" rtl="0">
              <a:spcBef>
                <a:spcPts val="0"/>
              </a:spcBef>
              <a:spcAft>
                <a:spcPts val="0"/>
              </a:spcAft>
              <a:buNone/>
              <a:defRPr lang="en-GB" sz="2800" b="0" i="0" kern="1200" cap="none" spc="-20" baseline="0" dirty="0">
                <a:solidFill>
                  <a:srgbClr val="7A7A7A"/>
                </a:solidFill>
                <a:latin typeface="+mn-lt"/>
                <a:ea typeface="Lardy Serif Regular" panose="02010802070400000000" pitchFamily="2" charset="0"/>
                <a:cs typeface="+mj-cs"/>
              </a:defRPr>
            </a:lvl1pPr>
            <a:lvl2pPr marL="5809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619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428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3238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9047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85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666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6476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noProof="0" dirty="0"/>
              <a:t>#.#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3B6C0-19F0-41DF-3758-82B5D509ABDC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984A4-E4BA-6647-E912-DF6181AC5EC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D9EE38CC-12AB-DC2E-7E15-9F652F547728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47C3837-3C2B-51BF-D96F-367765C1DC7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9601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Object 12" hidden="1">
            <a:extLst>
              <a:ext uri="{FF2B5EF4-FFF2-40B4-BE49-F238E27FC236}">
                <a16:creationId xmlns:a16="http://schemas.microsoft.com/office/drawing/2014/main" id="{90FFCEF8-3681-432E-8C99-63102A84586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4236562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3" name="Object 12" hidden="1">
                        <a:extLst>
                          <a:ext uri="{FF2B5EF4-FFF2-40B4-BE49-F238E27FC236}">
                            <a16:creationId xmlns:a16="http://schemas.microsoft.com/office/drawing/2014/main" id="{90FFCEF8-3681-432E-8C99-63102A8458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79FADCF-4B0D-46A5-BBEE-DBB1470A84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250000" y="1566000"/>
            <a:ext cx="6192000" cy="513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290A35D-223F-4B32-B481-45A7738E0A73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80ECA-3C5E-B42C-8D7F-A8C7DD6D1711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70B10-A364-D66E-EC15-274ED4B8CF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F20BBF1-9BB7-2E53-F734-8150DCF853CD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9E2A829-6DE8-D6BE-3164-C10C2027B425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92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Object 11" hidden="1">
            <a:extLst>
              <a:ext uri="{FF2B5EF4-FFF2-40B4-BE49-F238E27FC236}">
                <a16:creationId xmlns:a16="http://schemas.microsoft.com/office/drawing/2014/main" id="{5DA927E2-4B41-4F0D-B74B-B07B77A630C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31412053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12" name="Object 11" hidden="1">
                        <a:extLst>
                          <a:ext uri="{FF2B5EF4-FFF2-40B4-BE49-F238E27FC236}">
                            <a16:creationId xmlns:a16="http://schemas.microsoft.com/office/drawing/2014/main" id="{5DA927E2-4B41-4F0D-B74B-B07B77A630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04924C4-2BDF-49D3-AD0A-6CDFC1EB67E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499" y="1566000"/>
            <a:ext cx="93600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74B1203-FECC-4784-B24E-FBA987AF21AD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83145F-FECC-8AF0-7363-92876D2984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085F6-9087-812D-77E2-C67A3E2540D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07A003F-EFFD-D109-A858-21F237E37808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2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356CEC7-4953-1A61-4AFB-53D2E4FD5267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05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EB0E66A7-08CD-40A3-84C4-0EF7E2BDA9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5976091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EB0E66A7-08CD-40A3-84C4-0EF7E2BDA9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015A4DE-08EC-4E08-A06D-5AFEDB0280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500" y="1566000"/>
            <a:ext cx="45288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6A2338-774A-4CF3-94CF-46753706AA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90000" y="1566000"/>
            <a:ext cx="45288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2ACE331-4BC7-4A58-89D3-CE9DD8501A66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26279-9907-5145-52FC-132ED84181C3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8132E-1560-2AC1-CF7A-B75B7D152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8DA14B47-A0E3-DCFA-89F7-94FF678A613C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343CCBA-028C-74B0-0395-E629312A0BA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1338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hird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48457361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7131AF-67D0-4432-B065-B1698330A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06" y="1566000"/>
            <a:ext cx="29484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5D7F2C0-B342-4338-AF38-316647F670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41200" y="1566000"/>
            <a:ext cx="61920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B457BBF-FCA9-435D-AF15-FA14B94ED821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6189D-AF18-9C3E-6AF3-958E14EDBC13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6F319-ABCA-A674-3C3C-016BC744998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BB7A8233-03E1-D764-85FC-E00F72F0338F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ED5FBEB-28CA-45C6-9AA8-4FB63D0C48B4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2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hirds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93706256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E86A7E6-8BA4-4BA9-A28E-78C572C4474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07" y="1566000"/>
            <a:ext cx="61920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D0F517A-2100-48F8-B5E1-AE27AAB83A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92000" y="1565999"/>
            <a:ext cx="2948400" cy="5130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8802C96-1D7A-4FEF-855A-3A66590C3C14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3570A9-8C89-F5CF-80D6-29EFA2B30A35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EB54F9-7A7F-F648-F79D-FF8DAC0C1A9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3EDD6F9-EB58-403D-A311-83B362ECAC8D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FFBE63F-4767-4BF3-D70A-5F2119533C8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7942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680669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9B5EBB-5872-4945-B3BC-A723F4D9B40C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B50650-1C8F-0868-023A-2DEA17BD6C6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200" y="1566000"/>
            <a:ext cx="2948400" cy="513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232D528-589A-A653-55BF-E33297717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70000" y="1566000"/>
            <a:ext cx="2952000" cy="513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8586D9A-B26E-D6B6-391F-363D626DBFF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084800" y="1566000"/>
            <a:ext cx="2948400" cy="513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Insert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16A1D1-FFF1-D5AA-381A-9802E37CF742}"/>
              </a:ext>
            </a:extLst>
          </p:cNvPr>
          <p:cNvSpPr>
            <a:spLocks noGrp="1"/>
          </p:cNvSpPr>
          <p:nvPr>
            <p:ph type="ftr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75EFF-E9DB-E455-C86B-72E0F901D5A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34A3234-E2A9-76A4-5051-7D6AD3DEAEFB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38F4E023-35B8-D6F8-6219-37AD4400E696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342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element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4443325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94AD850B-FD9B-4F06-A971-8C01325A1A5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07" y="1566000"/>
            <a:ext cx="4525200" cy="2448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8DFF1BE-3A5E-47F3-9B70-C07C3F13B9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90000" y="1566000"/>
            <a:ext cx="4525200" cy="2448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977FB0FA-4219-4844-8748-24991332275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3807" y="4248000"/>
            <a:ext cx="4525200" cy="2448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D6E912FE-6512-480E-8349-F2A1E2DA392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0000" y="4248000"/>
            <a:ext cx="4525200" cy="2448000"/>
          </a:xfrm>
        </p:spPr>
        <p:txBody>
          <a:bodyPr/>
          <a:lstStyle/>
          <a:p>
            <a:pPr lvl="0"/>
            <a:r>
              <a:rPr lang="en-US" dirty="0"/>
              <a:t>Insert text, table, chart or image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BB20CE-8373-4B75-9E58-6AA66F033779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F58CA2-76C1-F6A4-5E22-D6716D543E72}"/>
              </a:ext>
            </a:extLst>
          </p:cNvPr>
          <p:cNvSpPr>
            <a:spLocks noGrp="1"/>
          </p:cNvSpPr>
          <p:nvPr>
            <p:ph type="ftr" sz="quarter" idx="18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5006C1-AEE2-D2DB-D861-F55442CD922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2E042C03-5D61-F7B0-7DB9-CB3476A8FD2F}"/>
              </a:ext>
            </a:extLst>
          </p:cNvPr>
          <p:cNvSpPr>
            <a:spLocks noGrp="1"/>
          </p:cNvSpPr>
          <p:nvPr>
            <p:ph type="body" sz="quarter" idx="20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6375F3C4-1FAF-151C-481A-2820848F87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8452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680669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Click to add section title</a:t>
            </a:r>
            <a:endParaRPr lang="en-GB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F9B5EBB-5872-4945-B3BC-A723F4D9B40C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22033-6CC7-A33D-9598-B85F0C0519BA}"/>
              </a:ext>
            </a:extLst>
          </p:cNvPr>
          <p:cNvSpPr>
            <a:spLocks noGrp="1"/>
          </p:cNvSpPr>
          <p:nvPr>
            <p:ph type="ftr" sz="quarter" idx="14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FD8DD-C986-EAC7-6967-7FEAD9604E4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39777534-58AF-9305-8D47-43C441FEF1A3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E04FA5B3-DD7F-A63A-EEA1-DCB5721BC26A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513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46B218-CF11-4E79-923E-8B06B6B2AD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7075204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46B218-CF11-4E79-923E-8B06B6B2A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>
            <a:extLst>
              <a:ext uri="{FF2B5EF4-FFF2-40B4-BE49-F238E27FC236}">
                <a16:creationId xmlns:a16="http://schemas.microsoft.com/office/drawing/2014/main" id="{58731763-85E2-4AC4-82D9-EC5DE35137BF}"/>
              </a:ext>
            </a:extLst>
          </p:cNvPr>
          <p:cNvSpPr/>
          <p:nvPr userDrawn="1"/>
        </p:nvSpPr>
        <p:spPr>
          <a:xfrm>
            <a:off x="5345905" y="1042988"/>
            <a:ext cx="4680000" cy="5653012"/>
          </a:xfrm>
          <a:prstGeom prst="rect">
            <a:avLst/>
          </a:prstGeom>
          <a:solidFill>
            <a:srgbClr val="E3E3E3"/>
          </a:solidFill>
          <a:ln w="12700">
            <a:noFill/>
          </a:ln>
        </p:spPr>
        <p:txBody>
          <a:bodyPr rot="0" spcFirstLastPara="0" vertOverflow="overflow" horzOverflow="overflow" vert="horz" wrap="square" lIns="84188" tIns="84188" rIns="84188" bIns="841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/>
            <a:endParaRPr lang="en-GB" sz="1754" dirty="0">
              <a:solidFill>
                <a:schemeClr val="tx1"/>
              </a:solidFill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E3F2689-A51C-4ACB-BA09-E5DC907208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1950" y="698427"/>
            <a:ext cx="4504031" cy="142860"/>
          </a:xfrm>
        </p:spPr>
        <p:txBody>
          <a:bodyPr anchor="b" anchorCtr="0">
            <a:noAutofit/>
          </a:bodyPr>
          <a:lstStyle>
            <a:lvl1pPr marL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sz="700" b="0" kern="1200" cap="all" spc="58" baseline="0" noProof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GB" noProof="0" dirty="0"/>
              <a:t>Click to ADD 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8277BC7-010D-4D04-A3F3-037DF4607DB7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951" y="1042988"/>
            <a:ext cx="4680000" cy="5653012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Picture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8BFA62-6389-4B6F-BF0B-36F5083347E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82656" y="1547813"/>
            <a:ext cx="3977860" cy="4104187"/>
          </a:xfrm>
        </p:spPr>
        <p:txBody>
          <a:bodyPr tIns="144000" anchor="ctr" anchorCtr="0"/>
          <a:lstStyle>
            <a:lvl1pPr marL="105808" indent="-105808">
              <a:defRPr lang="en-GB" sz="2400" b="0" kern="1200" spc="-23" baseline="0" dirty="0">
                <a:solidFill>
                  <a:srgbClr val="3E3E3E"/>
                </a:solidFill>
                <a:latin typeface="+mn-lt"/>
                <a:ea typeface="Lardy Serif Regular" panose="020105020704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“Insert Quote”</a:t>
            </a:r>
            <a:endParaRPr lang="en-GB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FDE155C-C2B3-41DB-BF7E-A517056BBD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82656" y="5661489"/>
            <a:ext cx="3977860" cy="391542"/>
          </a:xfrm>
        </p:spPr>
        <p:txBody>
          <a:bodyPr anchor="b" anchorCtr="0"/>
          <a:lstStyle>
            <a:lvl1pPr marL="103951" indent="0">
              <a:defRPr lang="en-US" sz="1300" b="0" kern="1200" spc="-20" baseline="0" dirty="0" smtClean="0">
                <a:solidFill>
                  <a:srgbClr val="3E3E3E"/>
                </a:solidFill>
                <a:latin typeface="+mn-lt"/>
                <a:ea typeface="Lardy Serif Regular" panose="02010502070400000000" pitchFamily="2" charset="0"/>
                <a:cs typeface="+mn-cs"/>
              </a:defRPr>
            </a:lvl1pPr>
          </a:lstStyle>
          <a:p>
            <a:pPr marL="105237" lvl="0" indent="0" algn="l" defTabSz="790330" rtl="0" eaLnBrk="1" latinLnBrk="0" hangingPunct="1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 err="1"/>
              <a:t>Quotee</a:t>
            </a:r>
            <a:r>
              <a:rPr lang="en-US" dirty="0"/>
              <a:t> name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CBC0C07-5F96-4681-9846-B1A27A4F5A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682656" y="6053031"/>
            <a:ext cx="3977860" cy="232809"/>
          </a:xfrm>
        </p:spPr>
        <p:txBody>
          <a:bodyPr anchor="ctr" anchorCtr="0"/>
          <a:lstStyle>
            <a:lvl1pPr marL="103951" indent="0">
              <a:defRPr lang="en-US" sz="700" b="0" kern="1200" cap="all" spc="58" baseline="0" dirty="0" smtClean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pPr marL="105237" lvl="0" indent="0" algn="l" defTabSz="790330" rtl="0" eaLnBrk="1" latinLnBrk="0" hangingPunct="1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 err="1"/>
              <a:t>Quotee</a:t>
            </a:r>
            <a:r>
              <a:rPr lang="en-US" dirty="0"/>
              <a:t> title and business reference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52748EE-700C-49B1-87D2-A9B84DECF234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DAE706-8573-A871-3319-AB98B2D48AB5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296719-B377-C1FE-EB09-C693AA0270E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6E62C5E-AE3F-8680-EE8F-B1B65CB716EC}"/>
              </a:ext>
            </a:extLst>
          </p:cNvPr>
          <p:cNvSpPr>
            <a:spLocks noGrp="1"/>
          </p:cNvSpPr>
          <p:nvPr>
            <p:ph type="body" sz="quarter" idx="22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9E1EBFC-46B7-4A65-D082-9BE7C59BA63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349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46B218-CF11-4E79-923E-8B06B6B2AD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71084381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46B218-CF11-4E79-923E-8B06B6B2A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E3F2689-A51C-4ACB-BA09-E5DC907208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1950" y="698427"/>
            <a:ext cx="4504031" cy="142860"/>
          </a:xfrm>
        </p:spPr>
        <p:txBody>
          <a:bodyPr anchor="b" anchorCtr="0">
            <a:noAutofit/>
          </a:bodyPr>
          <a:lstStyle>
            <a:lvl1pPr marL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sz="700" b="0" kern="1200" cap="all" spc="58" baseline="0" noProof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GB" noProof="0" dirty="0"/>
              <a:t>Click to ADD 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B8CB9B-FC0A-4B16-84FC-3B49783666B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950" y="1051200"/>
            <a:ext cx="2948400" cy="2196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3D247AA-7A03-47BD-AF9E-B1B806AD82A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77200" y="1051200"/>
            <a:ext cx="2946563" cy="2196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Photo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2CF141BA-6F4B-4B43-91E7-43CD18DC3E7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084800" y="1051200"/>
            <a:ext cx="2948400" cy="2196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Photo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49B484-8546-4F09-B932-375C289EF2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3499" y="3402000"/>
            <a:ext cx="2948400" cy="23280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300" b="0" kern="1200" cap="none" spc="-20" baseline="0" dirty="0">
                <a:solidFill>
                  <a:srgbClr val="A04044"/>
                </a:solidFill>
                <a:latin typeface="+mn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Name</a:t>
            </a:r>
            <a:endParaRPr lang="en-GB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726DF6A-CA42-40A0-965D-23A4BA9FC0F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77200" y="3402000"/>
            <a:ext cx="2946563" cy="232809"/>
          </a:xfrm>
        </p:spPr>
        <p:txBody>
          <a:bodyPr/>
          <a:lstStyle>
            <a:lvl1pPr>
              <a:defRPr lang="en-GB" sz="1300" b="0" kern="1200" cap="none" spc="-20" baseline="0" dirty="0">
                <a:solidFill>
                  <a:srgbClr val="A04044"/>
                </a:solidFill>
                <a:latin typeface="+mn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Name</a:t>
            </a:r>
            <a:endParaRPr lang="en-GB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6F1A505C-237D-4A98-A5CB-4AB818BD99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084799" y="3402000"/>
            <a:ext cx="2948400" cy="23280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1300" b="0" kern="1200" cap="none" spc="-20" baseline="0" dirty="0">
                <a:solidFill>
                  <a:srgbClr val="A04044"/>
                </a:solidFill>
                <a:latin typeface="+mn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Name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60625E-E934-48DA-A17F-7E3D3B33BB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1950" y="3672000"/>
            <a:ext cx="2948400" cy="232809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GB" sz="700" b="0" kern="1200" cap="all" spc="60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lvl="0"/>
            <a:r>
              <a:rPr lang="en-US" dirty="0"/>
              <a:t>Position and Business line</a:t>
            </a:r>
            <a:endParaRPr lang="en-GB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9C36BB1-8FD4-4719-B76B-A88208CCA4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77200" y="3672000"/>
            <a:ext cx="2946563" cy="232809"/>
          </a:xfrm>
        </p:spPr>
        <p:txBody>
          <a:bodyPr/>
          <a:lstStyle>
            <a:lvl1pPr>
              <a:defRPr lang="en-GB" sz="700" b="0" kern="1200" cap="all" spc="60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Position and business line</a:t>
            </a:r>
            <a:endParaRPr lang="en-GB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68F285D-F133-4903-AF0C-2FF585C3970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084799" y="3672000"/>
            <a:ext cx="2948400" cy="232809"/>
          </a:xfrm>
        </p:spPr>
        <p:txBody>
          <a:bodyPr/>
          <a:lstStyle>
            <a:lvl1pPr>
              <a:defRPr lang="en-US" sz="700" b="0" kern="1200" cap="all" spc="60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Position and business 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1DC943-7113-457F-BCE1-D05D51495B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1950" y="4013735"/>
            <a:ext cx="2948400" cy="2898239"/>
          </a:xfrm>
        </p:spPr>
        <p:txBody>
          <a:bodyPr/>
          <a:lstStyle>
            <a:lvl1pPr>
              <a:spcBef>
                <a:spcPts val="0"/>
              </a:spcBef>
              <a:defRPr lang="en-US" sz="1000" b="0" kern="1200" spc="0" baseline="0" dirty="0" smtClean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Biography text</a:t>
            </a:r>
            <a:endParaRPr lang="en-GB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876A45BA-7644-43C4-B3B6-DF16A6FE687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877200" y="4014000"/>
            <a:ext cx="2947673" cy="2898000"/>
          </a:xfrm>
        </p:spPr>
        <p:txBody>
          <a:bodyPr/>
          <a:lstStyle>
            <a:lvl1pPr>
              <a:defRPr lang="en-GB" sz="1000" b="0" kern="1200" spc="0" baseline="0" dirty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dirty="0"/>
              <a:t>Biography text</a:t>
            </a:r>
            <a:endParaRPr lang="en-GB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CABC81DB-A101-4E02-800E-F1EE68DD28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84800" y="4014000"/>
            <a:ext cx="2948400" cy="2898000"/>
          </a:xfrm>
        </p:spPr>
        <p:txBody>
          <a:bodyPr/>
          <a:lstStyle>
            <a:lvl1pPr>
              <a:defRPr lang="en-US" sz="1000" b="0" kern="1200" spc="0" baseline="0" dirty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en-US" dirty="0"/>
              <a:t>Biography text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ABE5763-7CE3-45C5-B40C-BF2A9D9E20D2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27B1EE-56D2-883F-6B7C-D5A42DB7860D}"/>
              </a:ext>
            </a:extLst>
          </p:cNvPr>
          <p:cNvSpPr>
            <a:spLocks noGrp="1"/>
          </p:cNvSpPr>
          <p:nvPr>
            <p:ph type="ftr" sz="quarter" idx="28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B56D06-2839-FCC9-AC33-E46714A009F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17308D02-0335-2566-456E-BF2AC4BBB87A}"/>
              </a:ext>
            </a:extLst>
          </p:cNvPr>
          <p:cNvSpPr>
            <a:spLocks noGrp="1"/>
          </p:cNvSpPr>
          <p:nvPr>
            <p:ph type="body" sz="quarter" idx="30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AA5B690-FB2C-50C7-D7AC-104BADFC8573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20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B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746B218-CF11-4E79-923E-8B06B6B2AD5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8093358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746B218-CF11-4E79-923E-8B06B6B2AD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4E3F2689-A51C-4ACB-BA09-E5DC907208F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71950" y="698427"/>
            <a:ext cx="4504031" cy="142860"/>
          </a:xfrm>
        </p:spPr>
        <p:txBody>
          <a:bodyPr anchor="b" anchorCtr="0">
            <a:noAutofit/>
          </a:bodyPr>
          <a:lstStyle>
            <a:lvl1pPr marL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GB" sz="700" b="0" kern="1200" cap="all" spc="58" baseline="0" noProof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909308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GB" noProof="0" dirty="0"/>
              <a:t>Click to ADD SECTION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3B8CB9B-FC0A-4B16-84FC-3B49783666B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71950" y="1051200"/>
            <a:ext cx="2948400" cy="2196000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Photo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149B484-8546-4F09-B932-375C289EF2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3499" y="3402000"/>
            <a:ext cx="2948400" cy="232809"/>
          </a:xfrm>
        </p:spPr>
        <p:txBody>
          <a:bodyPr/>
          <a:lstStyle>
            <a:lvl1pPr>
              <a:defRPr lang="en-GB" sz="1300" b="0" kern="1200" cap="none" spc="-20" baseline="0" dirty="0">
                <a:solidFill>
                  <a:srgbClr val="A04044"/>
                </a:solidFill>
                <a:latin typeface="+mn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Name</a:t>
            </a:r>
            <a:endParaRPr lang="en-GB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3260625E-E934-48DA-A17F-7E3D3B33BB6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73124" y="3672000"/>
            <a:ext cx="2948400" cy="232809"/>
          </a:xfrm>
        </p:spPr>
        <p:txBody>
          <a:bodyPr/>
          <a:lstStyle>
            <a:lvl1pPr>
              <a:defRPr lang="en-GB" sz="700" b="0" kern="1200" cap="all" spc="60" baseline="0" dirty="0">
                <a:solidFill>
                  <a:srgbClr val="3E3E3E"/>
                </a:solidFill>
                <a:latin typeface="+mj-lt"/>
                <a:ea typeface="Lardy Sans" panose="020B0504050000000003" pitchFamily="34" charset="0"/>
                <a:cs typeface="+mn-cs"/>
              </a:defRPr>
            </a:lvl1pPr>
          </a:lstStyle>
          <a:p>
            <a:pPr marL="0" lvl="0" indent="0" algn="l" defTabSz="79033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</a:pPr>
            <a:r>
              <a:rPr lang="en-US" dirty="0"/>
              <a:t>Position and Business line</a:t>
            </a:r>
            <a:endParaRPr lang="en-GB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FA7636A5-CE32-4C9D-97E9-C4F8C475AB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73499" y="4014000"/>
            <a:ext cx="9360000" cy="2898000"/>
          </a:xfrm>
        </p:spPr>
        <p:txBody>
          <a:bodyPr numCol="3" spcCol="216000"/>
          <a:lstStyle>
            <a:lvl1pPr>
              <a:defRPr lang="en-GB" sz="1000" b="0" kern="1200" spc="0" baseline="0" dirty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pPr marL="0" marR="0" lvl="0" indent="0" algn="l" defTabSz="79033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dirty="0"/>
              <a:t>Biography text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D090E3-5914-48C6-9487-883CAF218C26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99DB55C-A8E6-AA3C-DC5A-1FBE963E6ED9}"/>
              </a:ext>
            </a:extLst>
          </p:cNvPr>
          <p:cNvSpPr>
            <a:spLocks noGrp="1"/>
          </p:cNvSpPr>
          <p:nvPr>
            <p:ph type="ftr" sz="quarter" idx="2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E698C3-EBD0-4816-01E3-2C139916FD3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E47307F-3F6C-757B-F286-AEAA6F85630B}"/>
              </a:ext>
            </a:extLst>
          </p:cNvPr>
          <p:cNvSpPr>
            <a:spLocks noGrp="1"/>
          </p:cNvSpPr>
          <p:nvPr>
            <p:ph type="body" sz="quarter" idx="28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5" name="Picture 4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C832023-3FA6-A9F1-E663-32559302980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48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ct 9" hidden="1">
            <a:extLst>
              <a:ext uri="{FF2B5EF4-FFF2-40B4-BE49-F238E27FC236}">
                <a16:creationId xmlns:a16="http://schemas.microsoft.com/office/drawing/2014/main" id="{2BF6B00C-BF32-41CF-86BD-0CB18122F37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3422269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10" name="Object 9" hidden="1">
                        <a:extLst>
                          <a:ext uri="{FF2B5EF4-FFF2-40B4-BE49-F238E27FC236}">
                            <a16:creationId xmlns:a16="http://schemas.microsoft.com/office/drawing/2014/main" id="{2BF6B00C-BF32-41CF-86BD-0CB18122F3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0FA01C5-652C-4B4B-8AB5-1E53A5F5A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aseline="0"/>
            </a:lvl1pPr>
          </a:lstStyle>
          <a:p>
            <a:r>
              <a:rPr lang="en-US" dirty="0"/>
              <a:t>For more information</a:t>
            </a:r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6C7637-17F5-4125-BFC0-648F86C55F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808" y="698427"/>
            <a:ext cx="4504031" cy="142860"/>
          </a:xfrm>
        </p:spPr>
        <p:txBody>
          <a:bodyPr anchor="b" anchorCtr="0"/>
          <a:lstStyle>
            <a:lvl1pPr>
              <a:spcBef>
                <a:spcPts val="0"/>
              </a:spcBef>
              <a:spcAft>
                <a:spcPts val="0"/>
              </a:spcAft>
              <a:defRPr lang="en-GB" sz="702" kern="1200" cap="all" spc="58" baseline="0" dirty="0">
                <a:solidFill>
                  <a:srgbClr val="3E3E3E"/>
                </a:solidFill>
                <a:latin typeface="+mj-lt"/>
                <a:ea typeface="Lardy Sans Regular" panose="020B0502070400000000" pitchFamily="34" charset="0"/>
                <a:cs typeface="+mn-cs"/>
              </a:defRPr>
            </a:lvl1pPr>
          </a:lstStyle>
          <a:p>
            <a:pPr lvl="0"/>
            <a:r>
              <a:rPr lang="en-US" dirty="0"/>
              <a:t>Click to add section title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FF1C2F6-1A13-4945-99DF-E3D576D5359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3807" y="1566000"/>
            <a:ext cx="1357200" cy="2214000"/>
          </a:xfrm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sz="1000" spc="-20" baseline="0">
                <a:latin typeface="+mn-lt"/>
              </a:defRPr>
            </a:lvl1pPr>
          </a:lstStyle>
          <a:p>
            <a:pPr lvl="0"/>
            <a:r>
              <a:rPr lang="en-GB" dirty="0"/>
              <a:t>Company Name</a:t>
            </a:r>
            <a:br>
              <a:rPr lang="en-GB" dirty="0"/>
            </a:br>
            <a:r>
              <a:rPr lang="en-GB" dirty="0"/>
              <a:t>Full address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Phone number</a:t>
            </a:r>
            <a:br>
              <a:rPr lang="en-GB" dirty="0"/>
            </a:br>
            <a:r>
              <a:rPr lang="en-GB" dirty="0"/>
              <a:t>Web site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A8931A4-5B03-4156-9398-62FED97057B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260800" y="1566000"/>
            <a:ext cx="7768800" cy="5130000"/>
          </a:xfrm>
        </p:spPr>
        <p:txBody>
          <a:bodyPr numCol="5" spcCol="144000"/>
          <a:lstStyle>
            <a:lvl1pPr>
              <a:spcBef>
                <a:spcPts val="0"/>
              </a:spcBef>
              <a:spcAft>
                <a:spcPts val="400"/>
              </a:spcAft>
              <a:defRPr sz="900" baseline="0">
                <a:latin typeface="+mj-lt"/>
              </a:defRPr>
            </a:lvl1pPr>
            <a:lvl2pPr>
              <a:defRPr sz="935"/>
            </a:lvl2pPr>
            <a:lvl3pPr>
              <a:defRPr sz="935"/>
            </a:lvl3pPr>
            <a:lvl4pPr>
              <a:defRPr sz="935"/>
            </a:lvl4pPr>
            <a:lvl5pPr>
              <a:defRPr sz="935"/>
            </a:lvl5pPr>
          </a:lstStyle>
          <a:p>
            <a:pPr lvl="0"/>
            <a:r>
              <a:rPr lang="en-US" dirty="0"/>
              <a:t>Insert Disclaimer text here</a:t>
            </a:r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0CD5660-54DB-41CD-9B00-9D6B92BFFD64}"/>
              </a:ext>
            </a:extLst>
          </p:cNvPr>
          <p:cNvCxnSpPr/>
          <p:nvPr userDrawn="1"/>
        </p:nvCxnSpPr>
        <p:spPr>
          <a:xfrm>
            <a:off x="505125" y="-1"/>
            <a:ext cx="0" cy="828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5F8AA5-B193-721E-47B6-FCF40744382F}"/>
              </a:ext>
            </a:extLst>
          </p:cNvPr>
          <p:cNvSpPr>
            <a:spLocks noGrp="1"/>
          </p:cNvSpPr>
          <p:nvPr>
            <p:ph type="ftr" sz="quarter" idx="16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8338F-A51C-AC99-FA28-73D3B83736F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6B7B9840-79A4-0341-F190-19890D476F32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6426000" y="698400"/>
            <a:ext cx="3600000" cy="1440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r"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446EFBC-AD7C-8A17-045A-5203B7CECDD7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400" y="7020000"/>
            <a:ext cx="185928" cy="219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485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5B0368E-D12B-4FF7-B38D-43DE7E92A9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6757439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06" imgH="306" progId="TCLayout.ActiveDocument.1">
                  <p:embed/>
                </p:oleObj>
              </mc:Choice>
              <mc:Fallback>
                <p:oleObj name="think-cell Slide" r:id="rId3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D5B0368E-D12B-4FF7-B38D-43DE7E92A9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78185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2E601D98-E2BE-4F74-9AA2-52EDEB27BD5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8019692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" imgW="306" imgH="306" progId="TCLayout.ActiveDocument.1">
                  <p:embed/>
                </p:oleObj>
              </mc:Choice>
              <mc:Fallback>
                <p:oleObj name="think-cell Slide" r:id="rId6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2E601D98-E2BE-4F74-9AA2-52EDEB27BD5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B06A2F2-A477-4628-861F-25F3EEA09536}"/>
              </a:ext>
            </a:extLst>
          </p:cNvPr>
          <p:cNvCxnSpPr>
            <a:cxnSpLocks/>
          </p:cNvCxnSpPr>
          <p:nvPr userDrawn="1"/>
        </p:nvCxnSpPr>
        <p:spPr>
          <a:xfrm>
            <a:off x="5345907" y="2437200"/>
            <a:ext cx="0" cy="3240000"/>
          </a:xfrm>
          <a:prstGeom prst="line">
            <a:avLst/>
          </a:prstGeom>
          <a:ln w="6350">
            <a:solidFill>
              <a:srgbClr val="3E3E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E82341B0-F384-4DAE-ABC9-438A1D779D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0000" y="4444431"/>
            <a:ext cx="4536000" cy="296401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defRPr sz="1300" b="0" spc="-20" baseline="0">
                <a:solidFill>
                  <a:srgbClr val="3E3E3E"/>
                </a:solidFill>
                <a:latin typeface="+mn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Presenter name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3C7931C1-6125-4431-AB00-941F442336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90000" y="4806000"/>
            <a:ext cx="4536000" cy="1375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Aft>
                <a:spcPts val="0"/>
              </a:spcAft>
              <a:defRPr sz="700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Presenter title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14955093-D395-4913-83F6-E7706E6C505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490000" y="5344022"/>
            <a:ext cx="4536000" cy="137569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Bef>
                <a:spcPts val="0"/>
              </a:spcBef>
              <a:spcAft>
                <a:spcPts val="0"/>
              </a:spcAft>
              <a:defRPr sz="700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 dirty="0"/>
              <a:t>Date, location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F63B10C-1D50-02B8-FAEE-E69187EC8E9D}"/>
              </a:ext>
            </a:extLst>
          </p:cNvPr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490000" y="3168000"/>
            <a:ext cx="4536000" cy="1177200"/>
          </a:xfrm>
        </p:spPr>
        <p:txBody>
          <a:bodyPr tIns="43200" anchor="ctr" anchorCtr="0">
            <a:noAutofit/>
          </a:bodyPr>
          <a:lstStyle>
            <a:lvl1pPr>
              <a:lnSpc>
                <a:spcPts val="3000"/>
              </a:lnSpc>
              <a:defRPr sz="2800" baseline="0">
                <a:solidFill>
                  <a:srgbClr val="A04044"/>
                </a:solidFill>
              </a:defRPr>
            </a:lvl1pPr>
          </a:lstStyle>
          <a:p>
            <a:r>
              <a:rPr lang="en-US"/>
              <a:t> </a:t>
            </a:r>
            <a:endParaRPr lang="en-GB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3295408-66E0-2036-09F8-20F794EA79B6}"/>
              </a:ext>
            </a:extLst>
          </p:cNvPr>
          <p:cNvSpPr>
            <a:spLocks noGrp="1"/>
          </p:cNvSpPr>
          <p:nvPr>
            <p:ph type="body" sz="quarter" idx="19" hasCustomPrompt="1"/>
            <p:custDataLst>
              <p:tags r:id="rId3"/>
            </p:custDataLst>
          </p:nvPr>
        </p:nvSpPr>
        <p:spPr>
          <a:xfrm>
            <a:off x="5490000" y="2541600"/>
            <a:ext cx="4536000" cy="13757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rtl="0">
              <a:spcAft>
                <a:spcPts val="0"/>
              </a:spcAft>
              <a:defRPr sz="702" b="0" cap="all" spc="58" baseline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</a:defRPr>
            </a:lvl1pPr>
            <a:lvl2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2pPr>
            <a:lvl3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3pPr>
            <a:lvl4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4pPr>
            <a:lvl5pPr>
              <a:spcAft>
                <a:spcPts val="0"/>
              </a:spcAft>
              <a:defRPr sz="954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GB"/>
              <a:t>Pictet Group</a:t>
            </a:r>
            <a:endParaRPr lang="en-GB" dirty="0"/>
          </a:p>
        </p:txBody>
      </p:sp>
      <p:pic>
        <p:nvPicPr>
          <p:cNvPr id="6" name="Picture 5" descr="A black background with white text&#10;&#10;Description automatically generated with low confidence">
            <a:extLst>
              <a:ext uri="{FF2B5EF4-FFF2-40B4-BE49-F238E27FC236}">
                <a16:creationId xmlns:a16="http://schemas.microsoft.com/office/drawing/2014/main" id="{D12B0323-8EDB-744A-1D7D-4382C8DF4840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7600" y="460800"/>
            <a:ext cx="1897200" cy="513983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25A14-53FE-FFE3-F4D4-D16ACA5D63AE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4"/>
            </p:custDataLst>
          </p:nvPr>
        </p:nvSpPr>
        <p:spPr>
          <a:xfrm>
            <a:off x="673200" y="7020000"/>
            <a:ext cx="3600000" cy="144000"/>
          </a:xfrm>
        </p:spPr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3783470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4EA1491-39B1-4E0A-AE16-9AA2476ECA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0"/>
            </p:custDataLst>
            <p:extLst>
              <p:ext uri="{D42A27DB-BD31-4B8C-83A1-F6EECF244321}">
                <p14:modId xmlns:p14="http://schemas.microsoft.com/office/powerpoint/2010/main" val="1659726714"/>
              </p:ext>
            </p:extLst>
          </p:nvPr>
        </p:nvGraphicFramePr>
        <p:xfrm>
          <a:off x="1857" y="2334"/>
          <a:ext cx="1857" cy="2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270" imgH="270" progId="TCLayout.ActiveDocument.1">
                  <p:embed/>
                </p:oleObj>
              </mc:Choice>
              <mc:Fallback>
                <p:oleObj name="think-cell Slide" r:id="rId23" imgW="270" imgH="27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4EA1491-39B1-4E0A-AE16-9AA2476ECA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857" y="2334"/>
                        <a:ext cx="1857" cy="2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EBFD9275-0712-44DD-8EF2-791BAF21E4A1}"/>
              </a:ext>
            </a:extLst>
          </p:cNvPr>
          <p:cNvSpPr/>
          <p:nvPr userDrawn="1">
            <p:custDataLst>
              <p:tags r:id="rId21"/>
            </p:custDataLst>
          </p:nvPr>
        </p:nvSpPr>
        <p:spPr>
          <a:xfrm>
            <a:off x="0" y="0"/>
            <a:ext cx="185622" cy="233323"/>
          </a:xfrm>
          <a:prstGeom prst="rect">
            <a:avLst/>
          </a:prstGeom>
          <a:solidFill>
            <a:srgbClr val="D1D1D1"/>
          </a:solidFill>
          <a:ln w="12700">
            <a:noFill/>
          </a:ln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rtl="0" eaLnBrk="1">
              <a:lnSpc>
                <a:spcPts val="1590"/>
              </a:lnSpc>
              <a:spcBef>
                <a:spcPct val="0"/>
              </a:spcBef>
              <a:spcAft>
                <a:spcPct val="0"/>
              </a:spcAft>
            </a:pPr>
            <a:endParaRPr lang="en-GB" sz="1286" b="1" i="0" baseline="0" dirty="0">
              <a:solidFill>
                <a:schemeClr val="tx1"/>
              </a:solidFill>
              <a:latin typeface="Lardy Sans" panose="020B0504050000000003" pitchFamily="34" charset="0"/>
              <a:ea typeface="+mj-ea"/>
              <a:cs typeface="+mj-cs"/>
              <a:sym typeface="TradeGothic" panose="02000500000000000000" pitchFamily="2" charset="0"/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3805" y="1044000"/>
            <a:ext cx="9360000" cy="28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A2CF8-7B97-4E2C-A0E1-039986B949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4735" y="1558800"/>
            <a:ext cx="9351915" cy="514826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First level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Level 3</a:t>
            </a:r>
          </a:p>
          <a:p>
            <a:pPr lvl="3"/>
            <a:r>
              <a:rPr lang="en-GB" dirty="0"/>
              <a:t>Level 4</a:t>
            </a:r>
          </a:p>
          <a:p>
            <a:pPr lvl="4"/>
            <a:r>
              <a:rPr lang="en-GB" dirty="0"/>
              <a:t>Level 5</a:t>
            </a:r>
          </a:p>
          <a:p>
            <a:pPr lvl="5"/>
            <a:r>
              <a:rPr lang="en-GB" dirty="0"/>
              <a:t>Level 6</a:t>
            </a:r>
          </a:p>
          <a:p>
            <a:pPr lvl="6"/>
            <a:r>
              <a:rPr lang="en-GB" dirty="0"/>
              <a:t>Level 7</a:t>
            </a:r>
          </a:p>
          <a:p>
            <a:pPr lvl="7"/>
            <a:r>
              <a:rPr lang="en-GB" dirty="0"/>
              <a:t>Level 8</a:t>
            </a:r>
          </a:p>
          <a:p>
            <a:pPr lvl="8"/>
            <a:r>
              <a:rPr lang="en-GB" dirty="0"/>
              <a:t>Level 9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8EF45-1CF5-8683-0F26-2893664E7F3B}"/>
              </a:ext>
            </a:extLst>
          </p:cNvPr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1033200" y="7020000"/>
            <a:ext cx="360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700" b="0" kern="1200" cap="all" spc="58" baseline="0" dirty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r>
              <a:rPr lang="fr-CH"/>
              <a:t> 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E93D60-97BF-C78A-EF69-4F2DAA8CFB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73200" y="7020000"/>
            <a:ext cx="360000" cy="144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lang="en-GB" sz="700" b="0" kern="1200" cap="all" spc="58" baseline="0" smtClean="0">
                <a:solidFill>
                  <a:srgbClr val="3E3E3E"/>
                </a:solidFill>
                <a:latin typeface="+mj-lt"/>
                <a:ea typeface="Lardy Serif Regular" panose="02010502070400000000" pitchFamily="2" charset="0"/>
                <a:cs typeface="+mn-cs"/>
              </a:defRPr>
            </a:lvl1pPr>
          </a:lstStyle>
          <a:p>
            <a:fld id="{1D35BA31-C4C6-420C-91C8-EE5CD92658A9}" type="slidenum">
              <a:rPr lang="fr-CH" smtClean="0"/>
              <a:pPr/>
              <a:t>‹#›</a:t>
            </a:fld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18321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36" r:id="rId10"/>
    <p:sldLayoutId id="2147483827" r:id="rId11"/>
    <p:sldLayoutId id="2147483828" r:id="rId12"/>
    <p:sldLayoutId id="2147483829" r:id="rId13"/>
    <p:sldLayoutId id="2147483830" r:id="rId14"/>
    <p:sldLayoutId id="2147483831" r:id="rId15"/>
    <p:sldLayoutId id="2147483832" r:id="rId16"/>
    <p:sldLayoutId id="2147483833" r:id="rId17"/>
    <p:sldLayoutId id="2147483837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790330" rtl="0" eaLnBrk="1" latinLnBrk="0" hangingPunct="1">
        <a:lnSpc>
          <a:spcPts val="2000"/>
        </a:lnSpc>
        <a:spcBef>
          <a:spcPts val="0"/>
        </a:spcBef>
        <a:buNone/>
        <a:defRPr sz="1500" b="0" kern="1700" cap="none" spc="-23" baseline="0">
          <a:solidFill>
            <a:srgbClr val="A04044"/>
          </a:solidFill>
          <a:latin typeface="+mn-lt"/>
          <a:ea typeface="Lardy Serif Regular" panose="02010502070400000000" pitchFamily="2" charset="0"/>
          <a:cs typeface="+mj-cs"/>
        </a:defRPr>
      </a:lvl1pPr>
    </p:titleStyle>
    <p:bodyStyle>
      <a:lvl1pPr marL="0" indent="0" algn="l" defTabSz="79033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Arial" pitchFamily="34" charset="0"/>
        <a:buNone/>
        <a:defRPr lang="en-US" sz="1300" b="0" kern="1200" spc="0" baseline="0" dirty="0">
          <a:solidFill>
            <a:srgbClr val="3E3E3E"/>
          </a:solidFill>
          <a:latin typeface="+mj-lt"/>
          <a:ea typeface="Lardy Serif Regular" panose="02010502070400000000" pitchFamily="2" charset="0"/>
          <a:cs typeface="+mn-cs"/>
        </a:defRPr>
      </a:lvl1pPr>
      <a:lvl2pPr marL="0" indent="0" algn="l" defTabSz="790330" rtl="0" eaLnBrk="1" latinLnBrk="0" hangingPunct="1">
        <a:lnSpc>
          <a:spcPct val="100000"/>
        </a:lnSpc>
        <a:spcBef>
          <a:spcPts val="1200"/>
        </a:spcBef>
        <a:spcAft>
          <a:spcPts val="600"/>
        </a:spcAft>
        <a:buFont typeface="Arial" pitchFamily="34" charset="0"/>
        <a:buNone/>
        <a:tabLst/>
        <a:defRPr sz="2200" kern="1200" spc="-23" baseline="0">
          <a:solidFill>
            <a:srgbClr val="3E3E3E"/>
          </a:solidFill>
          <a:latin typeface="+mn-lt"/>
          <a:ea typeface="Lardy Serif Regular" panose="02010502070400000000" pitchFamily="2" charset="0"/>
          <a:cs typeface="+mn-cs"/>
        </a:defRPr>
      </a:lvl2pPr>
      <a:lvl3pPr marL="180000" indent="-180000" algn="l" defTabSz="79033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3E3E3E"/>
        </a:buClr>
        <a:buSzPct val="110000"/>
        <a:buFont typeface="Lardy Sans" panose="020B0504050000000003" pitchFamily="34" charset="0"/>
        <a:buChar char="•"/>
        <a:defRPr lang="en-US" sz="1300" kern="1200" spc="0" baseline="0" dirty="0" smtClean="0">
          <a:solidFill>
            <a:srgbClr val="3E3E3E"/>
          </a:solidFill>
          <a:latin typeface="+mj-lt"/>
          <a:ea typeface="Lardy Serif Regular" panose="02010502070400000000" pitchFamily="2" charset="0"/>
          <a:cs typeface="+mn-cs"/>
        </a:defRPr>
      </a:lvl3pPr>
      <a:lvl4pPr marL="360000" indent="-180000" algn="l" defTabSz="79033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3E3E3E"/>
        </a:buClr>
        <a:buSzPct val="100000"/>
        <a:buFont typeface="Times New Roman" panose="02020603050405020304" pitchFamily="18" charset="0"/>
        <a:buChar char="‒"/>
        <a:defRPr lang="en-US" sz="1300" b="0" kern="1200" baseline="0" dirty="0" smtClean="0">
          <a:solidFill>
            <a:srgbClr val="3E3E3E"/>
          </a:solidFill>
          <a:latin typeface="+mj-lt"/>
          <a:ea typeface="Lardy Sans" panose="020B0504050000000003" pitchFamily="34" charset="0"/>
          <a:cs typeface="+mn-cs"/>
        </a:defRPr>
      </a:lvl4pPr>
      <a:lvl5pPr marL="180000" marR="0" indent="-180000" algn="l" defTabSz="558341" rtl="0" eaLnBrk="1" fontAlgn="auto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3E3E3E"/>
        </a:buClr>
        <a:buSzPct val="90000"/>
        <a:buFont typeface="+mj-lt"/>
        <a:buAutoNum type="arabicPeriod"/>
        <a:tabLst/>
        <a:defRPr lang="en-US" sz="1300" kern="1200" baseline="0" dirty="0" smtClean="0">
          <a:solidFill>
            <a:srgbClr val="3E3E3E"/>
          </a:solidFill>
          <a:latin typeface="+mj-lt"/>
          <a:ea typeface="Lardy Serif Regular" panose="02010802070400000000" pitchFamily="2" charset="0"/>
          <a:cs typeface="+mn-cs"/>
        </a:defRPr>
      </a:lvl5pPr>
      <a:lvl6pPr marL="0" marR="0" indent="0" algn="l" defTabSz="790330" rtl="0" eaLnBrk="1" fontAlgn="auto" latinLnBrk="0" hangingPunct="1">
        <a:lnSpc>
          <a:spcPct val="100000"/>
        </a:lnSpc>
        <a:spcBef>
          <a:spcPts val="1200"/>
        </a:spcBef>
        <a:spcAft>
          <a:spcPts val="600"/>
        </a:spcAft>
        <a:buClr>
          <a:srgbClr val="3E3E3E"/>
        </a:buClr>
        <a:buSzPct val="90000"/>
        <a:buFontTx/>
        <a:buNone/>
        <a:tabLst/>
        <a:defRPr sz="1300" b="0" i="0" kern="1200" spc="-23" baseline="0">
          <a:solidFill>
            <a:srgbClr val="3E3E3E"/>
          </a:solidFill>
          <a:latin typeface="+mn-lt"/>
          <a:ea typeface="Lardy Serif Regular" panose="02010502070400000000" pitchFamily="2" charset="0"/>
          <a:cs typeface="+mn-cs"/>
        </a:defRPr>
      </a:lvl6pPr>
      <a:lvl7pPr marL="0" indent="0" algn="l" defTabSz="79033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rgbClr val="3E3E3E"/>
        </a:buClr>
        <a:buSzPct val="95000"/>
        <a:buFontTx/>
        <a:buNone/>
        <a:defRPr sz="1100" kern="1200" spc="0" baseline="0">
          <a:solidFill>
            <a:srgbClr val="3E3E3E"/>
          </a:solidFill>
          <a:latin typeface="+mj-lt"/>
          <a:ea typeface="Lardy Sans" panose="020B0504050000000003" pitchFamily="34" charset="0"/>
          <a:cs typeface="+mn-cs"/>
        </a:defRPr>
      </a:lvl7pPr>
      <a:lvl8pPr marL="144000" indent="-144000" algn="l" defTabSz="79033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3E3E3E"/>
        </a:buClr>
        <a:buSzPct val="110000"/>
        <a:buFont typeface="Arial" panose="020B0604020202020204" pitchFamily="34" charset="0"/>
        <a:buChar char="•"/>
        <a:defRPr lang="en-US" sz="1100" kern="1200" baseline="0" dirty="0" smtClean="0">
          <a:solidFill>
            <a:srgbClr val="3E3E3E"/>
          </a:solidFill>
          <a:latin typeface="+mj-lt"/>
          <a:ea typeface="Lardy Sans" panose="020B0504050000000003" pitchFamily="34" charset="0"/>
          <a:cs typeface="+mn-cs"/>
        </a:defRPr>
      </a:lvl8pPr>
      <a:lvl9pPr marL="144000" indent="-144000" algn="l" defTabSz="79033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rgbClr val="3E3E3E"/>
        </a:buClr>
        <a:buSzPct val="95000"/>
        <a:buFont typeface="+mj-lt"/>
        <a:buAutoNum type="arabicPeriod"/>
        <a:defRPr lang="en-US" sz="1100" kern="1200" spc="0" baseline="0" noProof="0" dirty="0">
          <a:solidFill>
            <a:srgbClr val="3E3E3E"/>
          </a:solidFill>
          <a:latin typeface="+mj-lt"/>
          <a:ea typeface="Lardy Serif Regular" panose="02010502070400000000" pitchFamily="2" charset="0"/>
          <a:cs typeface="+mn-cs"/>
        </a:defRPr>
      </a:lvl9pPr>
    </p:bodyStyle>
    <p:otherStyle>
      <a:defPPr>
        <a:defRPr lang="en-US"/>
      </a:defPPr>
      <a:lvl1pPr marL="0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1pPr>
      <a:lvl2pPr marL="395165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2pPr>
      <a:lvl3pPr marL="790330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3pPr>
      <a:lvl4pPr marL="1185495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4pPr>
      <a:lvl5pPr marL="1580660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5pPr>
      <a:lvl6pPr marL="1975825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6pPr>
      <a:lvl7pPr marL="2370990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7pPr>
      <a:lvl8pPr marL="2766156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8pPr>
      <a:lvl9pPr marL="3161319" algn="l" defTabSz="790330" rtl="0" eaLnBrk="1" latinLnBrk="0" hangingPunct="1">
        <a:defRPr sz="15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368" userDrawn="1">
          <p15:clr>
            <a:srgbClr val="F26B43"/>
          </p15:clr>
        </p15:guide>
        <p15:guide id="4" orient="horz" pos="521" userDrawn="1">
          <p15:clr>
            <a:srgbClr val="F26B43"/>
          </p15:clr>
        </p15:guide>
        <p15:guide id="5" orient="horz" pos="1111" userDrawn="1">
          <p15:clr>
            <a:srgbClr val="F26B43"/>
          </p15:clr>
        </p15:guide>
        <p15:guide id="6" orient="horz" pos="4218" userDrawn="1">
          <p15:clr>
            <a:srgbClr val="F26B43"/>
          </p15:clr>
        </p15:guide>
        <p15:guide id="7" orient="horz" pos="4354" userDrawn="1">
          <p15:clr>
            <a:srgbClr val="F26B43"/>
          </p15:clr>
        </p15:guide>
        <p15:guide id="8" pos="419" userDrawn="1">
          <p15:clr>
            <a:srgbClr val="F26B43"/>
          </p15:clr>
        </p15:guide>
        <p15:guide id="9" pos="6316" userDrawn="1">
          <p15:clr>
            <a:srgbClr val="F26B43"/>
          </p15:clr>
        </p15:guide>
        <p15:guide id="10" pos="1281" userDrawn="1">
          <p15:clr>
            <a:srgbClr val="F26B43"/>
          </p15:clr>
        </p15:guide>
        <p15:guide id="11" pos="1417" userDrawn="1">
          <p15:clr>
            <a:srgbClr val="F26B43"/>
          </p15:clr>
        </p15:guide>
        <p15:guide id="12" pos="2279" userDrawn="1">
          <p15:clr>
            <a:srgbClr val="F26B43"/>
          </p15:clr>
        </p15:guide>
        <p15:guide id="13" pos="2415" userDrawn="1">
          <p15:clr>
            <a:srgbClr val="F26B43"/>
          </p15:clr>
        </p15:guide>
        <p15:guide id="14" pos="3277" userDrawn="1">
          <p15:clr>
            <a:srgbClr val="F26B43"/>
          </p15:clr>
        </p15:guide>
        <p15:guide id="15" pos="3458" userDrawn="1">
          <p15:clr>
            <a:srgbClr val="F26B43"/>
          </p15:clr>
        </p15:guide>
        <p15:guide id="16" pos="4320" userDrawn="1">
          <p15:clr>
            <a:srgbClr val="F26B43"/>
          </p15:clr>
        </p15:guide>
        <p15:guide id="17" pos="4456" userDrawn="1">
          <p15:clr>
            <a:srgbClr val="F26B43"/>
          </p15:clr>
        </p15:guide>
        <p15:guide id="18" pos="5318" userDrawn="1">
          <p15:clr>
            <a:srgbClr val="F26B43"/>
          </p15:clr>
        </p15:guide>
        <p15:guide id="19" pos="5454" userDrawn="1">
          <p15:clr>
            <a:srgbClr val="F26B43"/>
          </p15:clr>
        </p15:guide>
        <p15:guide id="21" orient="horz" pos="2381" userDrawn="1">
          <p15:clr>
            <a:srgbClr val="F26B43"/>
          </p15:clr>
        </p15:guide>
        <p15:guide id="22" orient="horz" pos="4490" userDrawn="1">
          <p15:clr>
            <a:srgbClr val="F26B43"/>
          </p15:clr>
        </p15:guide>
        <p15:guide id="23" orient="horz" pos="2517" userDrawn="1">
          <p15:clr>
            <a:srgbClr val="F26B43"/>
          </p15:clr>
        </p15:guide>
        <p15:guide id="24" orient="horz" pos="657" userDrawn="1">
          <p15:clr>
            <a:srgbClr val="F26B43"/>
          </p15:clr>
        </p15:guide>
        <p15:guide id="25" orient="horz" pos="975" userDrawn="1">
          <p15:clr>
            <a:srgbClr val="F26B43"/>
          </p15:clr>
        </p15:guide>
        <p15:guide id="26" orient="horz" pos="265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3" Type="http://schemas.openxmlformats.org/officeDocument/2006/relationships/tags" Target="../tags/tag60.xml"/><Relationship Id="rId7" Type="http://schemas.openxmlformats.org/officeDocument/2006/relationships/notesSlide" Target="../notesSlides/notesSlide1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9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65.xml"/><Relationship Id="rId7" Type="http://schemas.openxmlformats.org/officeDocument/2006/relationships/oleObject" Target="../embeddings/oleObject19.bin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66.xml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69.xml"/><Relationship Id="rId7" Type="http://schemas.openxmlformats.org/officeDocument/2006/relationships/oleObject" Target="../embeddings/oleObject19.bin"/><Relationship Id="rId2" Type="http://schemas.openxmlformats.org/officeDocument/2006/relationships/tags" Target="../tags/tag68.xml"/><Relationship Id="rId1" Type="http://schemas.openxmlformats.org/officeDocument/2006/relationships/tags" Target="../tags/tag67.xml"/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8.png"/><Relationship Id="rId4" Type="http://schemas.openxmlformats.org/officeDocument/2006/relationships/tags" Target="../tags/tag70.xm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emf"/><Relationship Id="rId3" Type="http://schemas.openxmlformats.org/officeDocument/2006/relationships/tags" Target="../tags/tag73.xml"/><Relationship Id="rId7" Type="http://schemas.openxmlformats.org/officeDocument/2006/relationships/oleObject" Target="../embeddings/oleObject19.bin"/><Relationship Id="rId2" Type="http://schemas.openxmlformats.org/officeDocument/2006/relationships/tags" Target="../tags/tag72.xml"/><Relationship Id="rId1" Type="http://schemas.openxmlformats.org/officeDocument/2006/relationships/tags" Target="../tags/tag7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74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B0E19FD-7106-48D2-8FE0-640F65C3E4B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12912318"/>
              </p:ext>
            </p:extLst>
          </p:nvPr>
        </p:nvGraphicFramePr>
        <p:xfrm>
          <a:off x="1856" y="774621"/>
          <a:ext cx="1857" cy="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8" imgW="306" imgH="306" progId="TCLayout.ActiveDocument.1">
                  <p:embed/>
                </p:oleObj>
              </mc:Choice>
              <mc:Fallback>
                <p:oleObj name="think-cell Slide" r:id="rId8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856" y="774621"/>
                        <a:ext cx="1857" cy="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8295CD-62C6-D126-3A7A-DB1375ECDF7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Theodoros </a:t>
            </a:r>
            <a:r>
              <a:rPr lang="en-GB" dirty="0" err="1"/>
              <a:t>Messinis</a:t>
            </a:r>
            <a:r>
              <a:rPr lang="en-GB" dirty="0"/>
              <a:t>, Younes </a:t>
            </a:r>
            <a:r>
              <a:rPr lang="en-GB" dirty="0" err="1"/>
              <a:t>Azoum</a:t>
            </a:r>
            <a:r>
              <a:rPr lang="en-GB" dirty="0"/>
              <a:t>, Alfredo Lazarte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F66500-F398-1AF2-F55D-EA93D0946EF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fr-CH" dirty="0"/>
              <a:t>Enterprise Email Assistant </a:t>
            </a:r>
            <a:endParaRPr lang="en-GB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F46C7E-1BCD-9907-5E9F-B86226C97C7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GB" dirty="0"/>
              <a:t>18.12.2025 Geneva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70F389-ECEE-EEB9-8D1C-3D42AE36E552}"/>
              </a:ext>
            </a:extLst>
          </p:cNvPr>
          <p:cNvSpPr>
            <a:spLocks noGrp="1"/>
          </p:cNvSpPr>
          <p:nvPr>
            <p:ph type="ctrTitle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 </a:t>
            </a:r>
            <a:endParaRPr lang="en-GB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A95221-D3D4-D114-53AE-FA1D4202AE7E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en-GB"/>
              <a:t>Pictet Group</a:t>
            </a:r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02C870-43FA-FF7D-9581-E7906F7AC3B9}"/>
              </a:ext>
            </a:extLst>
          </p:cNvPr>
          <p:cNvSpPr>
            <a:spLocks noGrp="1"/>
          </p:cNvSpPr>
          <p:nvPr>
            <p:ph type="ftr" sz="quarter" idx="20"/>
            <p:custDataLst>
              <p:tags r:id="rId5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2435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09E40335-9F9A-4701-A13C-8673C9526E5B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414353416"/>
              </p:ext>
            </p:extLst>
          </p:nvPr>
        </p:nvGraphicFramePr>
        <p:xfrm>
          <a:off x="1856" y="774621"/>
          <a:ext cx="1857" cy="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6" y="774621"/>
                        <a:ext cx="1857" cy="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9410F6DB-22B7-82B5-C8FB-C08E45637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Team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32823D-DC5B-8E28-33CD-51D8252090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53189FB-FCEC-433B-FB9A-4CF2E352AA76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Pictet Group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759BB-44FC-144D-3065-577915402D71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7C75C-C3C0-59A1-FA1D-31A090CEBFF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2</a:t>
            </a:fld>
            <a:endParaRPr lang="fr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FF40227-B7F0-FF14-6966-6B26C90533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Pictet AI CUP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C5DD0E-923A-4C52-819F-CB0210F21D5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5521" y="1332000"/>
            <a:ext cx="9402487" cy="54204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6616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062F6-64B1-F43A-5ED9-40B7FB63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E5640D1-2E0F-DC11-1B2D-2F24C274288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856" y="774621"/>
          <a:ext cx="1857" cy="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9E40335-9F9A-4701-A13C-8673C9526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6" y="774621"/>
                        <a:ext cx="1857" cy="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2B14CDB8-4E61-ED17-15C8-F084B5A50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 Innovation: Addressing Email Risks in Finance</a:t>
            </a:r>
            <a:br>
              <a:rPr lang="fr-CH" b="1" dirty="0"/>
            </a:b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785D2B9-8E83-1CF5-E857-16E43C17DF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601490" y="1455703"/>
            <a:ext cx="8280920" cy="4692285"/>
          </a:xfrm>
        </p:spPr>
        <p:txBody>
          <a:bodyPr/>
          <a:lstStyle/>
          <a:p>
            <a:r>
              <a:rPr lang="en-US" dirty="0"/>
              <a:t>“It takes 20 years to build a reputation and a few minutes of cyber-incident to ruin it.” </a:t>
            </a:r>
            <a:r>
              <a:rPr lang="en-US" b="1" dirty="0"/>
              <a:t>– Stephane Nappo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“ Traditional rule-based filters catch only 60% of sophisticated attacks ”</a:t>
            </a:r>
            <a:endParaRPr lang="en-GB" sz="1400" dirty="0"/>
          </a:p>
          <a:p>
            <a:endParaRPr lang="en-US" b="1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EE01BB7-31AD-B3B3-DBF2-D8CF12D59E1C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Pictet Group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E3FA1D-99F2-0E25-C5FB-927C526FEF4D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B7EEB-5000-10DD-8941-9541195A9C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3</a:t>
            </a:fld>
            <a:endParaRPr lang="fr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5D84532-B012-D79A-EB1F-620E26374A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Pictet AI CUP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3BCA66-2EAB-D5F2-3F8E-239471D89B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5253" y="4217328"/>
            <a:ext cx="9937104" cy="22411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8F720B7-18B7-8F99-29D2-FD345FB5BC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1540" y="1822337"/>
            <a:ext cx="4512598" cy="22324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48299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1FCBD-5015-0CA2-B1D4-9FE9D47D5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DD244BDC-A6EE-3A7E-1C97-C6BAEBFFD028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856" y="774621"/>
          <a:ext cx="1857" cy="18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306" imgH="306" progId="TCLayout.ActiveDocument.1">
                  <p:embed/>
                </p:oleObj>
              </mc:Choice>
              <mc:Fallback>
                <p:oleObj name="think-cell Slide" r:id="rId7" imgW="306" imgH="306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09E40335-9F9A-4701-A13C-8673C9526E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856" y="774621"/>
                        <a:ext cx="1857" cy="18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D05F47B6-EFE6-3259-09E7-EEEE312CD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Solution</a:t>
            </a:r>
            <a:br>
              <a:rPr lang="en-GB" dirty="0"/>
            </a:br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1F63DE4-9E90-FD08-CEB1-996601B5E0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47558" y="2018178"/>
            <a:ext cx="6192000" cy="4722821"/>
          </a:xfrm>
        </p:spPr>
        <p:txBody>
          <a:bodyPr/>
          <a:lstStyle/>
          <a:p>
            <a:r>
              <a:rPr lang="fr-CH" sz="1600" b="1" dirty="0"/>
              <a:t>Enterprise Email Assistant</a:t>
            </a:r>
          </a:p>
          <a:p>
            <a:r>
              <a:rPr lang="fr-CH" sz="1600" dirty="0"/>
              <a:t>An Intelligent Email Security &amp; Compliance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Streamlined Weekly Meetings: </a:t>
            </a:r>
            <a:r>
              <a:rPr lang="en-US" sz="1600" dirty="0"/>
              <a:t>Automatically schedules and organizes your meetings to ensure no important discussions are missed.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3 Specialized AI Teams: </a:t>
            </a:r>
            <a:r>
              <a:rPr lang="en-US" sz="1600" dirty="0"/>
              <a:t>Each Solving critical Banking Challenges – Fraud Investigation, Compliance &amp; AML, and Investment Research.</a:t>
            </a:r>
          </a:p>
          <a:p>
            <a:r>
              <a:rPr lang="en-US" sz="1600" dirty="0"/>
              <a:t>Revolutionized Email Management: Our AI-driven Email Assistant simplifies inbox management, boosting productivity in today’s fast-paced digital world.</a:t>
            </a:r>
            <a:endParaRPr lang="fr-CH" sz="1600" dirty="0"/>
          </a:p>
          <a:p>
            <a:endParaRPr lang="fr-CH" sz="1400" dirty="0"/>
          </a:p>
          <a:p>
            <a:endParaRPr lang="fr-CH" sz="1400" dirty="0"/>
          </a:p>
          <a:p>
            <a:endParaRPr lang="en-GB" sz="14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531DA9E-864F-CB54-C7C4-A452B1C55599}"/>
              </a:ext>
            </a:extLst>
          </p:cNvPr>
          <p:cNvSpPr>
            <a:spLocks noGrp="1"/>
          </p:cNvSpPr>
          <p:nvPr>
            <p:ph type="body" sz="quarter" idx="19"/>
            <p:custDataLst>
              <p:tags r:id="rId3"/>
            </p:custDataLst>
          </p:nvPr>
        </p:nvSpPr>
        <p:spPr/>
        <p:txBody>
          <a:bodyPr/>
          <a:lstStyle/>
          <a:p>
            <a:r>
              <a:rPr lang="en-GB"/>
              <a:t>Pictet Group</a:t>
            </a:r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3403AF-57FE-A32A-C4AD-78DB4FD8C04F}"/>
              </a:ext>
            </a:extLst>
          </p:cNvPr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DE96B-5598-7B9A-B195-F5DC1B57B9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4</a:t>
            </a:fld>
            <a:endParaRPr lang="fr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264E792-E0CD-37EA-84BE-8F1D7477DBD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Pictet AI CUP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09C7A85-EAC4-7E2E-76ED-2E2CB580ADC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200" y="2018179"/>
            <a:ext cx="2619741" cy="33342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73819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21B2A-8ABD-77F4-BC39-53582982F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1650" y="3799347"/>
            <a:ext cx="6336410" cy="288000"/>
          </a:xfrm>
        </p:spPr>
        <p:txBody>
          <a:bodyPr/>
          <a:lstStyle/>
          <a:p>
            <a:r>
              <a:rPr lang="fr-CH" sz="6600" dirty="0"/>
              <a:t>LIVE DEMO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C120DB-5FF5-004D-B0C4-1FB759EEC01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Pictet AI CUP</a:t>
            </a:r>
          </a:p>
          <a:p>
            <a:endParaRPr lang="fr-CH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F275B-9995-5D3D-E09B-56EC2F542DD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fr-CH"/>
              <a:t> </a:t>
            </a:r>
            <a:endParaRPr lang="fr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963C3-E5A3-A8CD-1AEC-BF6150AE2D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D35BA31-C4C6-420C-91C8-EE5CD92658A9}" type="slidenum">
              <a:rPr lang="fr-CH" smtClean="0"/>
              <a:pPr/>
              <a:t>5</a:t>
            </a:fld>
            <a:endParaRPr lang="fr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7B9C785-C546-B3A6-8382-9AD2D2C5B5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78117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PICTET COMPANY" val="Pictet|Pictet Group|Pictet Asset Management|Pictet Wealth Management|Pictet Asset Services|Pictet North America Advisors|Pictet Alternative Advisors"/>
  <p:tag name="PT_" val="Presentation Title"/>
  <p:tag name="PT_LOGO" val="Pictet Logo|PAM Logo"/>
  <p:tag name="PT_USAGE" val="|For internal purposes only|For professional investors only|Strictement réservé à l'usage interne|A l'attention des investisseurs professionnels|Ausschliesslich für den internen Gebrauch|Nur für professionelle Anleger"/>
  <p:tag name="PT_BUSINESS REFERENCE" val="Pictet|Pictet Group|Pictet Asset Management|Pictet Wealth Management|Pictet Asset Services|Pictet North America Advisors|Pictet Alternative Advisors|Fondation Pictet"/>
  <p:tag name="TAGPREFIX" val="PT_"/>
  <p:tag name="THINKCELLUNDODONOTDELETE" val="0"/>
  <p:tag name="PT_TEMPLATENAME" val="Pictet_4_3_new.pptx"/>
  <p:tag name="PT_CREATEDATE" val="03 November 2022"/>
  <p:tag name="PT_FOOTER" val="Business reference|Presentation title|Usag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1T.mZpRRMOMoyX7eTc2z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Presentation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Presentation Titl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DIALOGNAME" val="Title"/>
  <p:tag name="PT_INNEWPRESENTATION" val="YES"/>
  <p:tag name="PT_ONINSERTSLIDEDLG" val="YES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Presentation Titl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DIALOGNAME" val="One column"/>
  <p:tag name="PT_INNEWPRESENTATION" val="YES"/>
  <p:tag name="PT_ONINSERTSLIDEDLG" val="YES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DIALOGNAME" val="One column"/>
  <p:tag name="PT_INNEWPRESENTATION" val="YES"/>
  <p:tag name="PT_ONINSERTSLIDEDLG" val="YES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DIALOGNAME" val="One column"/>
  <p:tag name="PT_INNEWPRESENTATION" val="YES"/>
  <p:tag name="PT_ONINSERTSLIDEDLG" val="YES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Business referenc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T_FOOTER" val="Usage"/>
</p:tagLst>
</file>

<file path=ppt/theme/theme1.xml><?xml version="1.0" encoding="utf-8"?>
<a:theme xmlns:a="http://schemas.openxmlformats.org/drawingml/2006/main" name="Blank">
  <a:themeElements>
    <a:clrScheme name="Pictet Charts 2021">
      <a:dk1>
        <a:srgbClr val="646464"/>
      </a:dk1>
      <a:lt1>
        <a:srgbClr val="FFFFFF"/>
      </a:lt1>
      <a:dk2>
        <a:srgbClr val="3E3E3E"/>
      </a:dk2>
      <a:lt2>
        <a:srgbClr val="FFFFFF"/>
      </a:lt2>
      <a:accent1>
        <a:srgbClr val="804940"/>
      </a:accent1>
      <a:accent2>
        <a:srgbClr val="E0BBB1"/>
      </a:accent2>
      <a:accent3>
        <a:srgbClr val="C54840"/>
      </a:accent3>
      <a:accent4>
        <a:srgbClr val="9DAEC3"/>
      </a:accent4>
      <a:accent5>
        <a:srgbClr val="37598E"/>
      </a:accent5>
      <a:accent6>
        <a:srgbClr val="CCB58A"/>
      </a:accent6>
      <a:hlink>
        <a:srgbClr val="BC5A1D"/>
      </a:hlink>
      <a:folHlink>
        <a:srgbClr val="BE97A6"/>
      </a:folHlink>
    </a:clrScheme>
    <a:fontScheme name="Pictet 2021">
      <a:majorFont>
        <a:latin typeface="Lardy Sans"/>
        <a:ea typeface=""/>
        <a:cs typeface=""/>
      </a:majorFont>
      <a:minorFont>
        <a:latin typeface="Lardy Serif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B3B3B3"/>
        </a:solidFill>
        <a:ln w="12700">
          <a:noFill/>
        </a:ln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Aft>
            <a:spcPts val="500"/>
          </a:spcAft>
          <a:defRPr sz="1000" dirty="0">
            <a:solidFill>
              <a:srgbClr val="1E1E1E"/>
            </a:solidFill>
            <a:latin typeface="+mj-lt"/>
          </a:defRPr>
        </a:defPPr>
      </a:lstStyle>
    </a:spDef>
    <a:lnDef>
      <a:spPr>
        <a:ln>
          <a:solidFill>
            <a:srgbClr val="7A7A7A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>
          <a:noFill/>
        </a:ln>
      </a:spPr>
      <a:bodyPr wrap="square" lIns="72000" tIns="72000" rIns="72000" bIns="72000" rtlCol="0">
        <a:noAutofit/>
      </a:bodyPr>
      <a:lstStyle>
        <a:defPPr algn="l">
          <a:spcAft>
            <a:spcPts val="500"/>
          </a:spcAft>
          <a:defRPr sz="1000" dirty="0" smtClean="0">
            <a:solidFill>
              <a:srgbClr val="3E3E3E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ictet_4_3_new - With FOOTER TAG.potx" id="{8560A1DD-27E6-4A64-98E8-4873F645CAF3}" vid="{CA141152-26DC-4F59-B8C0-66B4FE0D554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40</TotalTime>
  <Words>167</Words>
  <Application>Microsoft Office PowerPoint</Application>
  <PresentationFormat>Custom</PresentationFormat>
  <Paragraphs>51</Paragraphs>
  <Slides>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Lardy Sans</vt:lpstr>
      <vt:lpstr>Lardy Serif</vt:lpstr>
      <vt:lpstr>Times New Roman</vt:lpstr>
      <vt:lpstr>Blank</vt:lpstr>
      <vt:lpstr>think-cell Slide</vt:lpstr>
      <vt:lpstr> </vt:lpstr>
      <vt:lpstr>The Team</vt:lpstr>
      <vt:lpstr>Driving Innovation: Addressing Email Risks in Finance </vt:lpstr>
      <vt:lpstr>Our Solution </vt:lpstr>
      <vt:lpstr>LIVE DEMO</vt:lpstr>
    </vt:vector>
  </TitlesOfParts>
  <Company>Pictet &amp; Cie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Alfredo LAZARTE GALVEZ</dc:creator>
  <cp:lastModifiedBy>Alfredo LAZARTE GALVEZ</cp:lastModifiedBy>
  <cp:revision>1</cp:revision>
  <cp:lastPrinted>2016-01-14T14:47:19Z</cp:lastPrinted>
  <dcterms:created xsi:type="dcterms:W3CDTF">2025-12-17T16:05:07Z</dcterms:created>
  <dcterms:modified xsi:type="dcterms:W3CDTF">2025-12-17T16:45:26Z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epartment">
    <vt:lpwstr>Pictet &amp; Cie</vt:lpwstr>
  </property>
  <property fmtid="{D5CDD505-2E9C-101B-9397-08002B2CF9AE}" pid="3" name="Classification">
    <vt:lpwstr>For internal purposes only</vt:lpwstr>
  </property>
  <property fmtid="{D5CDD505-2E9C-101B-9397-08002B2CF9AE}" pid="4" name="Usage">
    <vt:lpwstr/>
  </property>
  <property fmtid="{D5CDD505-2E9C-101B-9397-08002B2CF9AE}" pid="5" name="Presentation title">
    <vt:lpwstr/>
  </property>
  <property fmtid="{D5CDD505-2E9C-101B-9397-08002B2CF9AE}" pid="6" name="DefaultTab">
    <vt:lpwstr>Pictet_16_9_new</vt:lpwstr>
  </property>
  <property fmtid="{D5CDD505-2E9C-101B-9397-08002B2CF9AE}" pid="7" name="Business reference">
    <vt:lpwstr>Pictet Group</vt:lpwstr>
  </property>
</Properties>
</file>